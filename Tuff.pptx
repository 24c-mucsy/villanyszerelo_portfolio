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5" r:id="rId8"/>
    <p:sldId id="257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605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17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655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937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135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108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191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2450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69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26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8511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7056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4616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824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0998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461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5C3A5-7736-44F0-8DCA-4ABFA60608FC}" type="datetimeFigureOut">
              <a:rPr lang="hu-HU" smtClean="0"/>
              <a:t>2026. 03. 29.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49CE0-5F89-4E92-8618-0D03271A014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13788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D7F62F77-4E7C-4E80-B4C7-3B16D49C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401" y="-49794"/>
            <a:ext cx="12471401" cy="6957588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8019752"/>
      </p:ext>
    </p:extLst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8DD0A5AC-2ED3-4EBB-AB51-7C323C209EF8}"/>
              </a:ext>
            </a:extLst>
          </p:cNvPr>
          <p:cNvSpPr txBox="1"/>
          <p:nvPr/>
        </p:nvSpPr>
        <p:spPr>
          <a:xfrm>
            <a:off x="6110514" y="580571"/>
            <a:ext cx="6081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Miért válasszon minket?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844846D-088C-4434-9753-E76A2F91B601}"/>
              </a:ext>
            </a:extLst>
          </p:cNvPr>
          <p:cNvSpPr txBox="1"/>
          <p:nvPr/>
        </p:nvSpPr>
        <p:spPr>
          <a:xfrm>
            <a:off x="538238" y="177472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>
                <a:latin typeface="Arial Rounded MT Bold" panose="020F0704030504030204" pitchFamily="34" charset="0"/>
              </a:rPr>
              <a:t>Cégünk elkötelezett amellett, hogy ügyfeleinknek a lehető legmagasabb színvonalú villanyszerelési és burkolási szolgáltatásokat nyújtsa. </a:t>
            </a:r>
          </a:p>
          <a:p>
            <a:endParaRPr lang="hu-HU" dirty="0">
              <a:latin typeface="Arial Rounded MT Bold" panose="020F0704030504030204" pitchFamily="34" charset="0"/>
            </a:endParaRPr>
          </a:p>
          <a:p>
            <a:r>
              <a:rPr lang="hu-HU" dirty="0">
                <a:latin typeface="Arial Rounded MT Bold" panose="020F0704030504030204" pitchFamily="34" charset="0"/>
              </a:rPr>
              <a:t>Számunkra nem csak munka, hanem szakma iránti szenvedély, amit minden projektben tükrözünk.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D7386E8-B11A-405D-99D3-5540A236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26" y="2209799"/>
            <a:ext cx="2591394" cy="388709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89BA4B4-A0E4-45A8-A664-0DCFBD670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933" y="3945467"/>
            <a:ext cx="1734634" cy="260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05246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B4E92F76-9C5A-4992-B69A-DE4D557ED8BE}"/>
              </a:ext>
            </a:extLst>
          </p:cNvPr>
          <p:cNvSpPr txBox="1"/>
          <p:nvPr/>
        </p:nvSpPr>
        <p:spPr>
          <a:xfrm>
            <a:off x="829733" y="165677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Szakértelem és tapasztalat</a:t>
            </a:r>
            <a:br>
              <a:rPr lang="hu-HU" dirty="0"/>
            </a:br>
            <a:r>
              <a:rPr lang="hu-HU" dirty="0"/>
              <a:t>Több éves tapasztalattal rendelkezünk mind villanyszerelés, mind burkolás területén, így biztos lehet benne, hogy munkánk precíz és megbízható.</a:t>
            </a:r>
          </a:p>
          <a:p>
            <a:endParaRPr lang="hu-HU" dirty="0"/>
          </a:p>
          <a:p>
            <a:endParaRPr lang="hu-HU" sz="2400" dirty="0"/>
          </a:p>
          <a:p>
            <a:r>
              <a:rPr lang="hu-HU" sz="2400" b="1" dirty="0"/>
              <a:t>Minőségi kivitelezés</a:t>
            </a:r>
            <a:br>
              <a:rPr lang="hu-HU" dirty="0"/>
            </a:br>
            <a:r>
              <a:rPr lang="hu-HU" dirty="0"/>
              <a:t>Csak bevált anyagokkal és korszerű technológiákkal dolgozunk, hogy az elkészült munka tartós és esztétikus legyen.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BE1B340-D8C5-4B3E-815E-7AE7D5D61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0" y="10668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6472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51F6BBB9-9C23-49A8-BD07-232AFE51E42B}"/>
              </a:ext>
            </a:extLst>
          </p:cNvPr>
          <p:cNvSpPr txBox="1"/>
          <p:nvPr/>
        </p:nvSpPr>
        <p:spPr>
          <a:xfrm>
            <a:off x="550334" y="49987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Pontos határidők</a:t>
            </a:r>
            <a:br>
              <a:rPr lang="hu-HU" dirty="0"/>
            </a:br>
            <a:r>
              <a:rPr lang="hu-HU" dirty="0"/>
              <a:t>Tiszteljük az Ön idejét – a megbeszélt határidőket mindig betartjuk.</a:t>
            </a:r>
          </a:p>
          <a:p>
            <a:endParaRPr lang="hu-HU" dirty="0"/>
          </a:p>
          <a:p>
            <a:endParaRPr lang="hu-HU" sz="2400" dirty="0"/>
          </a:p>
          <a:p>
            <a:r>
              <a:rPr lang="hu-HU" sz="2400" b="1" dirty="0"/>
              <a:t>Komplex megoldások</a:t>
            </a:r>
            <a:br>
              <a:rPr lang="hu-HU" dirty="0"/>
            </a:br>
            <a:r>
              <a:rPr lang="hu-HU" dirty="0"/>
              <a:t>Legyen szó teljes felújításról vagy kisebb javításról, egy kézben tartjuk a folyamatokat a villanyszereléstől a burkolásig.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018FD6A-047D-4C9C-A1DD-09839BD48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005" y="313605"/>
            <a:ext cx="2444661" cy="366699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8D959BC-0043-43D5-A4B3-670B51ECC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333" y="3495808"/>
            <a:ext cx="3040459" cy="304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12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76B091A3-F270-4F30-AEF6-AA536744C2D2}"/>
              </a:ext>
            </a:extLst>
          </p:cNvPr>
          <p:cNvSpPr txBox="1"/>
          <p:nvPr/>
        </p:nvSpPr>
        <p:spPr>
          <a:xfrm>
            <a:off x="5698067" y="706105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Ügyfélközpontú hozzáállás</a:t>
            </a:r>
            <a:br>
              <a:rPr lang="hu-HU" dirty="0"/>
            </a:br>
            <a:r>
              <a:rPr lang="hu-HU" dirty="0"/>
              <a:t>Minden munkát az Ön igényeihez igazítunk, és végig segítünk a tervezéstől a kivitelezésig.</a:t>
            </a:r>
          </a:p>
          <a:p>
            <a:endParaRPr lang="hu-HU" b="1" dirty="0"/>
          </a:p>
          <a:p>
            <a:endParaRPr lang="hu-HU" b="1" dirty="0"/>
          </a:p>
          <a:p>
            <a:r>
              <a:rPr lang="hu-HU" sz="2400" b="1" dirty="0"/>
              <a:t>Korrekt árak, rejtett költségek nélkül</a:t>
            </a:r>
            <a:br>
              <a:rPr lang="hu-HU" dirty="0"/>
            </a:br>
            <a:r>
              <a:rPr lang="hu-HU" dirty="0"/>
              <a:t>Átlátható árazással dolgozunk, így nem érik kellemetlen meglepetések.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6570A2B-8357-4128-A670-CA2AA567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33" y="3429000"/>
            <a:ext cx="4699000" cy="312960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D131DCF-BD4C-4973-A261-965C5018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3387"/>
            <a:ext cx="4876800" cy="3248025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C4F2E79E-5C25-4B1B-BB3B-31F9BD763B03}"/>
              </a:ext>
            </a:extLst>
          </p:cNvPr>
          <p:cNvSpPr txBox="1"/>
          <p:nvPr/>
        </p:nvSpPr>
        <p:spPr>
          <a:xfrm>
            <a:off x="448733" y="4618336"/>
            <a:ext cx="51477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Megbízható szakértelem minden helyzetben</a:t>
            </a:r>
            <a:br>
              <a:rPr lang="hu-HU" dirty="0"/>
            </a:br>
            <a:r>
              <a:rPr lang="hu-HU" dirty="0"/>
              <a:t>Precíz munka, modern megoldások és tartós eredmény – nálunk ez az alap.</a:t>
            </a:r>
          </a:p>
        </p:txBody>
      </p:sp>
    </p:spTree>
    <p:extLst>
      <p:ext uri="{BB962C8B-B14F-4D97-AF65-F5344CB8AC3E}">
        <p14:creationId xmlns:p14="http://schemas.microsoft.com/office/powerpoint/2010/main" val="217270408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5626B3BB-9C9F-465A-9B8F-361E44CB5E57}"/>
              </a:ext>
            </a:extLst>
          </p:cNvPr>
          <p:cNvSpPr txBox="1"/>
          <p:nvPr/>
        </p:nvSpPr>
        <p:spPr>
          <a:xfrm>
            <a:off x="5384800" y="888075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Diákmunkánk: villanyszerelő és burkoló segéd</a:t>
            </a:r>
            <a:endParaRPr lang="hu-HU" sz="2400" dirty="0"/>
          </a:p>
          <a:p>
            <a:endParaRPr lang="hu-HU" dirty="0"/>
          </a:p>
          <a:p>
            <a:r>
              <a:rPr lang="hu-HU" dirty="0"/>
              <a:t>Diákmunkám során villanyszerelő és burkoló munkákban segédkeztem, ahol sok hasznos gyakorlati tapasztalatot szereztem.</a:t>
            </a:r>
          </a:p>
          <a:p>
            <a:endParaRPr lang="hu-HU" dirty="0"/>
          </a:p>
          <a:p>
            <a:r>
              <a:rPr lang="hu-HU" dirty="0"/>
              <a:t>A villanyszerelésnél alapvető szerelési feladatokat láttam el, például kábelek előkészítését és kisebb szerelési munkákat szakmai felügyelet mellett. </a:t>
            </a:r>
          </a:p>
          <a:p>
            <a:endParaRPr lang="hu-HU" dirty="0"/>
          </a:p>
          <a:p>
            <a:r>
              <a:rPr lang="hu-HU" dirty="0"/>
              <a:t>A burkolásnál segítettem a felületek előkészítésében, csempék elhelyezésében és a munkaterület rendben tartásában.</a:t>
            </a:r>
          </a:p>
          <a:p>
            <a:endParaRPr lang="hu-HU" dirty="0"/>
          </a:p>
          <a:p>
            <a:r>
              <a:rPr lang="hu-HU" dirty="0"/>
              <a:t>Ez a munka megtanított a pontosságra, a csapatmunkára és arra, hogyan kell felelősségteljesen dolgozni egy építkezésen.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9EF2C05-EB5C-401F-940D-823B48A52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8" y="385213"/>
            <a:ext cx="4876800" cy="324802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A376A55-7B38-4DFC-8CD0-C34C8B8AB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79" y="3883325"/>
            <a:ext cx="3886622" cy="258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4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EF65754-90FB-46FE-ACA3-99CA4193DE4F}"/>
              </a:ext>
            </a:extLst>
          </p:cNvPr>
          <p:cNvSpPr txBox="1"/>
          <p:nvPr/>
        </p:nvSpPr>
        <p:spPr>
          <a:xfrm>
            <a:off x="609600" y="558800"/>
            <a:ext cx="3513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latin typeface="Century Gothic" panose="020B0502020202020204" pitchFamily="34" charset="0"/>
              </a:rPr>
              <a:t>A </a:t>
            </a:r>
            <a:r>
              <a:rPr lang="hu-HU" sz="3600" dirty="0"/>
              <a:t>weboldal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6C70572-380E-2777-2783-B67E594D9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09" y="4041322"/>
            <a:ext cx="3692979" cy="207628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0A02E63F-CC08-2305-4B24-577974439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09" y="1406356"/>
            <a:ext cx="3692979" cy="2076287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852044E-6CB0-F2C9-1B4A-40FA8A7C3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620" y="2169354"/>
            <a:ext cx="3453109" cy="1941426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13FEE754-1D09-CC84-A3E3-ED5253C01920}"/>
              </a:ext>
            </a:extLst>
          </p:cNvPr>
          <p:cNvSpPr txBox="1"/>
          <p:nvPr/>
        </p:nvSpPr>
        <p:spPr>
          <a:xfrm>
            <a:off x="8397799" y="4803979"/>
            <a:ext cx="390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weboldal elkészítése nagyon  jól sikerült, még az értékelők is 5 csillagot adtak nekünk.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79DBCCC-7589-15FD-0BF7-3E40C34B2038}"/>
              </a:ext>
            </a:extLst>
          </p:cNvPr>
          <p:cNvSpPr txBox="1"/>
          <p:nvPr/>
        </p:nvSpPr>
        <p:spPr>
          <a:xfrm>
            <a:off x="4765221" y="3072884"/>
            <a:ext cx="26615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weboldal több elemre oszlik melyet egy színes átlátható főoldal köt össze és szabályoz.</a:t>
            </a:r>
          </a:p>
        </p:txBody>
      </p:sp>
    </p:spTree>
    <p:extLst>
      <p:ext uri="{BB962C8B-B14F-4D97-AF65-F5344CB8AC3E}">
        <p14:creationId xmlns:p14="http://schemas.microsoft.com/office/powerpoint/2010/main" val="357061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A8A80E3-8630-4CA3-BB52-E8EA37FB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095" y="4731657"/>
            <a:ext cx="982133" cy="14732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5313034-9A4A-4B8C-80A2-76D49FC19C59}"/>
              </a:ext>
            </a:extLst>
          </p:cNvPr>
          <p:cNvSpPr txBox="1"/>
          <p:nvPr/>
        </p:nvSpPr>
        <p:spPr>
          <a:xfrm>
            <a:off x="3403600" y="880533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Arial Black" panose="020B0A04020102020204" pitchFamily="34" charset="0"/>
              </a:rPr>
              <a:t>Ki mit csinált?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AE11D01-6164-4CF7-B1E8-9F395E410044}"/>
              </a:ext>
            </a:extLst>
          </p:cNvPr>
          <p:cNvSpPr txBox="1"/>
          <p:nvPr/>
        </p:nvSpPr>
        <p:spPr>
          <a:xfrm>
            <a:off x="3047999" y="1811867"/>
            <a:ext cx="581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Rounded MT Bold" panose="020F0704030504030204" pitchFamily="34" charset="0"/>
              </a:rPr>
              <a:t>Csanád</a:t>
            </a:r>
            <a:r>
              <a:rPr lang="hu-HU" dirty="0">
                <a:latin typeface="Arial Rounded MT Bold" panose="020F0704030504030204" pitchFamily="34" charset="0"/>
                <a:sym typeface="Wingdings" panose="05000000000000000000" pitchFamily="2" charset="2"/>
              </a:rPr>
              <a:t></a:t>
            </a:r>
            <a:r>
              <a:rPr lang="hu-HU" dirty="0">
                <a:sym typeface="Wingdings" panose="05000000000000000000" pitchFamily="2" charset="2"/>
              </a:rPr>
              <a:t>: Képeket generált, tervezett, jegyzetelt Word-be, megcsinálta a </a:t>
            </a:r>
            <a:r>
              <a:rPr lang="hu-HU" dirty="0" err="1">
                <a:sym typeface="Wingdings" panose="05000000000000000000" pitchFamily="2" charset="2"/>
              </a:rPr>
              <a:t>ppt</a:t>
            </a:r>
            <a:r>
              <a:rPr lang="hu-HU" dirty="0">
                <a:sym typeface="Wingdings" panose="05000000000000000000" pitchFamily="2" charset="2"/>
              </a:rPr>
              <a:t>-t.</a:t>
            </a:r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BBBCF6-4040-4DBF-9E2A-75827025F04E}"/>
              </a:ext>
            </a:extLst>
          </p:cNvPr>
          <p:cNvSpPr txBox="1"/>
          <p:nvPr/>
        </p:nvSpPr>
        <p:spPr>
          <a:xfrm>
            <a:off x="3047999" y="2565400"/>
            <a:ext cx="5046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Rounded MT Bold" panose="020F0704030504030204" pitchFamily="34" charset="0"/>
              </a:rPr>
              <a:t>Dániel</a:t>
            </a:r>
            <a:r>
              <a:rPr lang="hu-HU" dirty="0">
                <a:latin typeface="Arial Rounded MT Bold" panose="020F0704030504030204" pitchFamily="34" charset="0"/>
                <a:sym typeface="Wingdings" panose="05000000000000000000" pitchFamily="2" charset="2"/>
              </a:rPr>
              <a:t></a:t>
            </a:r>
            <a:r>
              <a:rPr lang="hu-HU" dirty="0">
                <a:sym typeface="Wingdings" panose="05000000000000000000" pitchFamily="2" charset="2"/>
              </a:rPr>
              <a:t>: Képet generált, tervezett, színkombinációkat keresett, logót tervezett, kódolt</a:t>
            </a:r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8975C40-3408-429B-A434-88191B5DFC43}"/>
              </a:ext>
            </a:extLst>
          </p:cNvPr>
          <p:cNvSpPr txBox="1"/>
          <p:nvPr/>
        </p:nvSpPr>
        <p:spPr>
          <a:xfrm>
            <a:off x="3047999" y="3615267"/>
            <a:ext cx="433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Rounded MT Bold" panose="020F0704030504030204" pitchFamily="34" charset="0"/>
              </a:rPr>
              <a:t>Laci</a:t>
            </a:r>
            <a:r>
              <a:rPr lang="hu-HU" dirty="0">
                <a:latin typeface="Arial Rounded MT Bold" panose="020F0704030504030204" pitchFamily="34" charset="0"/>
                <a:sym typeface="Wingdings" panose="05000000000000000000" pitchFamily="2" charset="2"/>
              </a:rPr>
              <a:t></a:t>
            </a:r>
            <a:r>
              <a:rPr lang="hu-HU" dirty="0">
                <a:sym typeface="Wingdings" panose="05000000000000000000" pitchFamily="2" charset="2"/>
              </a:rPr>
              <a:t>: Kódolt(sokat)</a:t>
            </a:r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1D780794-51AF-40F3-9E98-1064D844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971" y="555599"/>
            <a:ext cx="2286000" cy="3429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1283391F-8663-46E8-AC52-A2F1F920F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05" y="2666999"/>
            <a:ext cx="2161822" cy="3242733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F5FDF00-F12A-4942-9352-6573C3447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800" y="3454864"/>
            <a:ext cx="2047118" cy="3070676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5BB5A6B8-3FF8-4BFC-9CF6-C71EFA451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08" y="356632"/>
            <a:ext cx="1275644" cy="191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57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23980ED-21BE-4E66-9DC8-F7A39ABD8B7A}"/>
              </a:ext>
            </a:extLst>
          </p:cNvPr>
          <p:cNvSpPr txBox="1"/>
          <p:nvPr/>
        </p:nvSpPr>
        <p:spPr>
          <a:xfrm>
            <a:off x="5858934" y="2767280"/>
            <a:ext cx="3369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8000" dirty="0">
                <a:latin typeface="Arial Black" panose="020B0A04020102020204" pitchFamily="34" charset="0"/>
              </a:rPr>
              <a:t>Vége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52731DA-90A8-4398-B7EB-3901FBF5ADF8}"/>
              </a:ext>
            </a:extLst>
          </p:cNvPr>
          <p:cNvSpPr txBox="1"/>
          <p:nvPr/>
        </p:nvSpPr>
        <p:spPr>
          <a:xfrm>
            <a:off x="6252633" y="4374784"/>
            <a:ext cx="375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Reméljük hogy minket választ.</a:t>
            </a:r>
            <a:r>
              <a:rPr lang="hu-HU" dirty="0">
                <a:sym typeface="Wingdings" panose="05000000000000000000" pitchFamily="2" charset="2"/>
              </a:rPr>
              <a:t>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638EDC6-793C-4CAD-9241-7CEAEE45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45" y="440266"/>
            <a:ext cx="2725111" cy="36322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1CACC13-591E-4580-B61E-038A6BD47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37" y="259828"/>
            <a:ext cx="2572657" cy="3429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530E86B1-3C9E-4B46-97D0-D629223D2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448" y="2767280"/>
            <a:ext cx="2496431" cy="332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05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ondenzcsík">
  <a:themeElements>
    <a:clrScheme name="Kondenzcsík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csík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csík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TM04033937[[fn=Kondenzcsík]]</Template>
  <TotalTime>39</TotalTime>
  <Words>325</Words>
  <Application>Microsoft Office PowerPoint</Application>
  <PresentationFormat>Szélesvásznú</PresentationFormat>
  <Paragraphs>35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Arial Rounded MT Bold</vt:lpstr>
      <vt:lpstr>Cascadia Code SemiBold</vt:lpstr>
      <vt:lpstr>Century Gothic</vt:lpstr>
      <vt:lpstr>Wingdings</vt:lpstr>
      <vt:lpstr>Kondenzcsík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Sulyok Csanád</dc:creator>
  <cp:lastModifiedBy>Ilona Parlag</cp:lastModifiedBy>
  <cp:revision>10</cp:revision>
  <dcterms:created xsi:type="dcterms:W3CDTF">2026-03-20T10:03:09Z</dcterms:created>
  <dcterms:modified xsi:type="dcterms:W3CDTF">2026-03-29T15:34:16Z</dcterms:modified>
</cp:coreProperties>
</file>